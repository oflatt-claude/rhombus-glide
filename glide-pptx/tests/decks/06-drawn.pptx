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cripts" descr="glide-pptx:Subscripts"/>
          <p:cNvSpPr/>
          <p:nvPr/>
        </p:nvSpPr>
        <p:spPr>
          <a:xfrm>
            <a:off x="381000" y="508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DejaVu Sans Mono"/>
                <a:cs typeface="DejaVu Sans Mono"/>
              </a:rPr>
              <a:t>(v</a:t>
            </a:r>
            <a:r>
              <a:rPr lang="en-US" sz="2800" baseline="-6000" dirty="0">
                <a:solidFill>
                  <a:srgbClr val="000000"/>
                </a:solidFill>
                <a:latin typeface="DejaVu Sans Mono"/>
                <a:cs typeface="DejaVu Sans Mono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DejaVu Sans Mono"/>
                <a:cs typeface="DejaVu Sans Mono"/>
              </a:rPr>
              <a:t>) = update(a, x</a:t>
            </a:r>
            <a:r>
              <a:rPr lang="en-US" sz="2800" baseline="-6000" dirty="0">
                <a:solidFill>
                  <a:srgbClr val="000000"/>
                </a:solidFill>
                <a:latin typeface="DejaVu Sans Mono"/>
                <a:cs typeface="DejaVu Sans Mono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DejaVu Sans Mono"/>
                <a:cs typeface="DejaVu Sans Mono"/>
              </a:rPr>
              <a:t>)</a:t>
            </a:r>
          </a:p>
        </p:txBody>
      </p:sp>
      <p:sp>
        <p:nvSpPr>
          <p:cNvPr id="3" name="Superscripts" descr="glide-pptx:Superscripts"/>
          <p:cNvSpPr/>
          <p:nvPr/>
        </p:nvSpPr>
        <p:spPr>
          <a:xfrm>
            <a:off x="381000" y="1778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DejaVu Sans"/>
                <a:cs typeface="DejaVu Sans"/>
              </a:rPr>
              <a:t>x</a:t>
            </a:r>
            <a:r>
              <a:rPr lang="en-US" sz="3200" baseline="30000" dirty="0">
                <a:solidFill>
                  <a:srgbClr val="000000"/>
                </a:solidFill>
                <a:latin typeface="DejaVu Sans"/>
                <a:cs typeface="DejaVu Sans"/>
              </a:rPr>
              <a:t>2</a:t>
            </a:r>
            <a:r>
              <a:rPr lang="en-US" sz="3200" dirty="0">
                <a:solidFill>
                  <a:srgbClr val="000000"/>
                </a:solidFill>
                <a:latin typeface="DejaVu Sans"/>
                <a:cs typeface="DejaVu Sans"/>
              </a:rPr>
              <a:t> + y</a:t>
            </a:r>
            <a:r>
              <a:rPr lang="en-US" sz="3200" baseline="30000" dirty="0">
                <a:solidFill>
                  <a:srgbClr val="000000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4" name="Caps" descr="glide-pptx:Caps"/>
          <p:cNvSpPr/>
          <p:nvPr/>
        </p:nvSpPr>
        <p:spPr>
          <a:xfrm>
            <a:off x="381000" y="3048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DejaVu Sans"/>
                <a:cs typeface="DejaVu Sans"/>
              </a:rPr>
              <a:t>small caps here</a:t>
            </a:r>
          </a:p>
        </p:txBody>
      </p:sp>
      <p:sp>
        <p:nvSpPr>
          <p:cNvPr id="5" name="Struck" descr="glide-pptx:Struck"/>
          <p:cNvSpPr/>
          <p:nvPr/>
        </p:nvSpPr>
        <p:spPr>
          <a:xfrm>
            <a:off x="381000" y="4064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trike="sngStrike" dirty="0">
                <a:solidFill>
                  <a:srgbClr val="000000"/>
                </a:solidFill>
                <a:latin typeface="DejaVu Sans"/>
                <a:cs typeface="DejaVu Sans"/>
              </a:rPr>
              <a:t>struck through</a:t>
            </a:r>
          </a:p>
        </p:txBody>
      </p:sp>
      <p:sp>
        <p:nvSpPr>
          <p:cNvPr id="6" name="Spaced" descr="glide-pptx:Spaced"/>
          <p:cNvSpPr/>
          <p:nvPr/>
        </p:nvSpPr>
        <p:spPr>
          <a:xfrm>
            <a:off x="381000" y="5080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pc="300" dirty="0">
                <a:solidFill>
                  <a:srgbClr val="000000"/>
                </a:solidFill>
                <a:latin typeface="DejaVu Sans"/>
                <a:cs typeface="DejaVu Sans"/>
              </a:rPr>
              <a:t>l e t t e r s</a:t>
            </a:r>
          </a:p>
        </p:txBody>
      </p:sp>
      <p:sp>
        <p:nvSpPr>
          <p:cNvPr id="7" name="Spacing" descr="glide-pptx:Spacing"/>
          <p:cNvSpPr/>
          <p:nvPr/>
        </p:nvSpPr>
        <p:spPr>
          <a:xfrm>
            <a:off x="5715000" y="508000"/>
            <a:ext cx="3048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l" lvl="0"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DejaVu Sans"/>
                <a:cs typeface="DejaVu Sans"/>
              </a:rPr>
              <a:t>one and a half</a:t>
            </a:r>
          </a:p>
          <a:p>
            <a:pPr algn="l" lvl="0"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DejaVu Sans"/>
                <a:cs typeface="DejaVu Sans"/>
              </a:rPr>
              <a:t>lines apart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ide-pptx">
  <a:themeElements>
    <a:clrScheme name="glide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lide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lide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